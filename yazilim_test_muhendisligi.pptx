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005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02920" y="1828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Mühendisliği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0292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Kaliteli yazılım için test süreçleri, yöntemleri ve araçlar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4389120"/>
            <a:ext cx="83210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480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Kalite Güvencesi  •  Test Otomasyonu  •  QA Süreçleri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Testi Nedir?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411480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testi; bir uygulamanın beklendiği gibi çalışıp çalışmadığını doğrulamak için yapılan sistematik süreçtir.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 erken aşamada tespit etmek, yazılım kalitesini artırmak ve kullanıcı memnuniyetini sağlamak temel hedeflerdir.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97280"/>
            <a:ext cx="109728" cy="10058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533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40680" y="1572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Yazılımın gereksinimlere uygunluğunu kontrol eder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0916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2286000"/>
            <a:ext cx="109728" cy="10058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5420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Güvenilirlik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4068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Sistemin stabil ve güvenli çalışmasını sağlar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474720"/>
            <a:ext cx="109728" cy="10058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307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440680" y="39502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kullanıcıya kusursuz deneyim sunar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Türleri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057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20574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70048"/>
            <a:ext cx="1325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27889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küçük kod parçalarının (fonksiyon, metot) bağımsız olarak test edilmesi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1097280"/>
            <a:ext cx="2057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097280"/>
            <a:ext cx="2057400" cy="6400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6032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Testi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6032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2670048"/>
            <a:ext cx="132588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Text 15"/>
          <p:cNvSpPr/>
          <p:nvPr/>
        </p:nvSpPr>
        <p:spPr>
          <a:xfrm>
            <a:off x="2670048" y="27889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modülün birlikte doğru çalışıp çalışmadığının doğrulanması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1097280"/>
            <a:ext cx="2057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1097280"/>
            <a:ext cx="20574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4919472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4632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Testi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4632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212080" y="2670048"/>
            <a:ext cx="13258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4956048" y="27889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sistemin uçtan uca işlevselliğinin test edilmesi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132320" y="1097280"/>
            <a:ext cx="2057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132320" y="1097280"/>
            <a:ext cx="2057400" cy="64008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8" name="Text 25"/>
          <p:cNvSpPr/>
          <p:nvPr/>
        </p:nvSpPr>
        <p:spPr>
          <a:xfrm>
            <a:off x="7205472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13232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Testi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13232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498080" y="2670048"/>
            <a:ext cx="1325880" cy="36576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2" name="Text 29"/>
          <p:cNvSpPr/>
          <p:nvPr/>
        </p:nvSpPr>
        <p:spPr>
          <a:xfrm>
            <a:off x="7242048" y="27889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Yazılımın gerçek kullanıcı gereksinimlerini karşılayıp karşılamadığını ölçer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Süreci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testinin temel adımları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572768" y="18745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2560320"/>
            <a:ext cx="1600200" cy="1737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560320"/>
            <a:ext cx="160020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kapsamı ve strateji belirlenir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40864" y="1417320"/>
            <a:ext cx="914400" cy="9144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2340864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993392" y="2560320"/>
            <a:ext cx="1600200" cy="1737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2560320"/>
            <a:ext cx="160020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1993392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84832" y="3154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Gereksinimler ve riskler incelenir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59936" y="141732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059936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010912" y="18745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12464" y="2560320"/>
            <a:ext cx="1600200" cy="1737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2560320"/>
            <a:ext cx="1600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712464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03904" y="3154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senaryoları ve durumları yazılır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79008" y="1417320"/>
            <a:ext cx="914400" cy="91440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26" name="Text 24"/>
          <p:cNvSpPr/>
          <p:nvPr/>
        </p:nvSpPr>
        <p:spPr>
          <a:xfrm>
            <a:off x="5779008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729984" y="18745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31536" y="2560320"/>
            <a:ext cx="1600200" cy="1737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2560320"/>
            <a:ext cx="1600200" cy="6400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22976" y="3154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Testler çalıştırılır, sonuçlar kaydedilir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14173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7150608" y="2560320"/>
            <a:ext cx="1600200" cy="1737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50608" y="2560320"/>
            <a:ext cx="16002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42048" y="3154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 raporlanır, düzeltmeler doğrulanır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Mühendisinin Rolü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Sorumluluklar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82496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planı ve strateji hazırlamak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85416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senaryoları ve test durumları oluşturmak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88336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9808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ve otomatik testleri çalıştırmak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191256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9808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 (bug) raporlamak ve takip etmek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694176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9808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geliştirme ekibiyle koordineli çalışmak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4197096"/>
            <a:ext cx="320040" cy="32004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49808" y="4160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Yazılımın yayına alınmaya hazır olduğunu onaylamak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5029200" y="1097280"/>
            <a:ext cx="3794760" cy="14630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0"/>
          <p:cNvSpPr/>
          <p:nvPr/>
        </p:nvSpPr>
        <p:spPr>
          <a:xfrm>
            <a:off x="5029200" y="12344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200" dirty="0"/>
          </a:p>
        </p:txBody>
      </p:sp>
      <p:sp>
        <p:nvSpPr>
          <p:cNvPr id="20" name="Text 11"/>
          <p:cNvSpPr/>
          <p:nvPr/>
        </p:nvSpPr>
        <p:spPr>
          <a:xfrm>
            <a:off x="5120640" y="18745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Hataların %85'i geliştirme aşamasında tespit edilebilir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5029200" y="2743200"/>
            <a:ext cx="379476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13"/>
          <p:cNvSpPr/>
          <p:nvPr/>
        </p:nvSpPr>
        <p:spPr>
          <a:xfrm>
            <a:off x="5029200" y="28803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5200" dirty="0"/>
          </a:p>
        </p:txBody>
      </p:sp>
      <p:sp>
        <p:nvSpPr>
          <p:cNvPr id="23" name="Text 14"/>
          <p:cNvSpPr/>
          <p:nvPr/>
        </p:nvSpPr>
        <p:spPr>
          <a:xfrm>
            <a:off x="5120640" y="35204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tespit, hata düzeltme maliyetini 6 kat azaltır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 &amp; Teknolojiler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" y="178308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91640" y="178308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69164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71800" y="178308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7180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00600" y="178308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80760" y="178308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60920" y="178308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736092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306324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063240"/>
            <a:ext cx="40233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11480" y="374904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41148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691640" y="374904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169164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Gatling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971800" y="374904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297180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63440" y="306324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3063240"/>
            <a:ext cx="4023360" cy="5029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Takibi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800600" y="374904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480060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80760" y="374904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608076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Bugzilla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360920" y="3749040"/>
            <a:ext cx="10972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736092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82296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914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Et,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Güvenle Yayınla!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0292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Kaliteli yazılım, titiz test süreçlerinin ürünüdür.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mühendisliği; sadece hata bulmak değil, kaliteyi yaşatmaktır.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7033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erken, test sık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40507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0050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Otomasyonu benimse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39826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352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Kaliteyi sahiplen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Yazılım Test Mühendisliği</dc:title>
  <dc:subject>PptxGenJS Presentation</dc:subject>
  <dc:creator>PptxGenJS</dc:creator>
  <cp:lastModifiedBy>PptxGenJS</cp:lastModifiedBy>
  <cp:revision>1</cp:revision>
  <dcterms:created xsi:type="dcterms:W3CDTF">2026-05-22T12:21:22Z</dcterms:created>
  <dcterms:modified xsi:type="dcterms:W3CDTF">2026-05-22T12:21:22Z</dcterms:modified>
</cp:coreProperties>
</file>