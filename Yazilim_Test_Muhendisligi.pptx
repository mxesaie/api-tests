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0"/>
            <a:ext cx="3840480" cy="54864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01168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F4FD"/>
                </a:solidFill>
              </a:rPr>
              <a:t>MILLI TEKNOLOJI AKADEMISI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ABFA3"/>
                </a:solidFill>
              </a:rPr>
              <a:t>PROJE ÖDEVİ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Yazılım Test
</a:t>
            </a:r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Mühendisliği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B8D4"/>
                </a:solidFill>
              </a:rPr>
              <a:t>REST API Otomatik Regresyon Testi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B8D4"/>
                </a:solidFill>
              </a:rPr>
              <a:t>Rest Assured + Java + Maven + JUnit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BFA3"/>
                </a:solidFill>
              </a:rPr>
              <a:t>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548640"/>
            <a:ext cx="457200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731520"/>
            <a:ext cx="4206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API Test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testGetPost()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given()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.when()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.get(</a:t>
            </a:r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"/posts/1"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.statusCode(</a:t>
            </a:r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4023360"/>
            <a:ext cx="105156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4023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☕ Java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358384" y="4023360"/>
            <a:ext cx="105156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4023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📦 Maven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10528" y="4023360"/>
            <a:ext cx="105156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4023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🧪 JUnit 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62672" y="4023360"/>
            <a:ext cx="105156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4023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4FD"/>
                </a:solidFill>
              </a:rPr>
              <a:t>🔗 REST Assured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İçindekiler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BFA3"/>
                </a:solidFill>
              </a:rPr>
              <a:t>Bu sunumda neler göreceğiz?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402336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50292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BFA3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097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Yazılım Test Mühendisliği Nedir?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02336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097280"/>
            <a:ext cx="50292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9728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BFA3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1097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Test Türleri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402336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94560"/>
            <a:ext cx="50292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945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BFA3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1945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REST API Testi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402336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194560"/>
            <a:ext cx="50292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1945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BFA3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1945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Rest Assured Kütüphanesi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402336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91840"/>
            <a:ext cx="50292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918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BFA3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32918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Yapay Zeka ile Test Mühendisliği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291840"/>
            <a:ext cx="402336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291840"/>
            <a:ext cx="50292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9184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BFA3"/>
                </a:solidFill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32918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Proje Demo — GET &amp; POST Testleri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Yazılım Test Mühendisliği Nedir?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BFA3"/>
                </a:solidFill>
              </a:rPr>
              <a:t>Software Testing Engineering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411480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BFA3"/>
                </a:solidFill>
              </a:rPr>
              <a:t>Tanım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Yazılım test mühendisliği; bir yazılımın beklenen şekilde çalıştığını doğrulamak, hataları bulmak ve kaliteyi güvence altına almak için sistematik yöntemler uygulayan mühendislik disiplinidir.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BFA3"/>
                </a:solidFill>
              </a:rPr>
              <a:t>Amaçları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Hataları erken tespit etmek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Yazılım kalitesini artırmak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Maliyetleri azaltmak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Kullanıcı memnuniyetini sağlamak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051560"/>
            <a:ext cx="36576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051560"/>
            <a:ext cx="10058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%80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Hataların yazılım geliştirme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aşamasında ortaya çıkması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194560"/>
            <a:ext cx="36576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2194560"/>
            <a:ext cx="10058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6x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2194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Test edilmemiş yazılımın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onarım maliyeti farkı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337560"/>
            <a:ext cx="3657600" cy="100584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3337560"/>
            <a:ext cx="10058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337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%30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26480" y="3337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Proje bütçesinin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aşamasına ayrılması önerisi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Test Türleri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BFA3"/>
                </a:solidFill>
              </a:rPr>
              <a:t>Yazılım testinin farklı seviyeleri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192024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9202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Unit Test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4"/>
                </a:solidFill>
              </a:rPr>
              <a:t>En küçük kod birimini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B8D4"/>
                </a:solidFill>
              </a:rPr>
              <a:t>bağımsız olarak test eder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95728" y="2377440"/>
            <a:ext cx="137160" cy="0"/>
          </a:xfrm>
          <a:prstGeom prst="line">
            <a:avLst/>
          </a:prstGeom>
          <a:noFill/>
          <a:ln w="12700">
            <a:solidFill>
              <a:srgbClr val="8BB8D4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864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Hız ↑↑↑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1097280"/>
            <a:ext cx="192024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097280"/>
            <a:ext cx="192024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51760" y="1828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Integration 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4"/>
                </a:solidFill>
              </a:rPr>
              <a:t>Birden fazla bileşenin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B8D4"/>
                </a:solidFill>
              </a:rPr>
              <a:t>bir arada çalışmasını test eder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98848" y="2377440"/>
            <a:ext cx="137160" cy="0"/>
          </a:xfrm>
          <a:prstGeom prst="line">
            <a:avLst/>
          </a:prstGeom>
          <a:noFill/>
          <a:ln w="12700">
            <a:solidFill>
              <a:srgbClr val="8BB8D4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265176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</a:rPr>
              <a:t>Hız ↑↑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192024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A8F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097280"/>
            <a:ext cx="1920240" cy="594360"/>
          </a:xfrm>
          <a:prstGeom prst="rect">
            <a:avLst/>
          </a:prstGeom>
          <a:solidFill>
            <a:srgbClr val="0A8F5C"/>
          </a:solidFill>
          <a:ln w="12700">
            <a:solidFill>
              <a:srgbClr val="0A8F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54880" y="1828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Test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4"/>
                </a:solidFill>
              </a:rPr>
              <a:t>Servis uç noktalarını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B8D4"/>
                </a:solidFill>
              </a:rPr>
              <a:t>ve veri alışverişini test eder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01968" y="2377440"/>
            <a:ext cx="137160" cy="0"/>
          </a:xfrm>
          <a:prstGeom prst="line">
            <a:avLst/>
          </a:prstGeom>
          <a:noFill/>
          <a:ln w="12700">
            <a:solidFill>
              <a:srgbClr val="8BB8D4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5488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8F5C"/>
                </a:solidFill>
              </a:rPr>
              <a:t>Hız 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0" y="1097280"/>
            <a:ext cx="192024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7B4D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1097280"/>
            <a:ext cx="1920240" cy="594360"/>
          </a:xfrm>
          <a:prstGeom prst="rect">
            <a:avLst/>
          </a:prstGeom>
          <a:solidFill>
            <a:srgbClr val="7B4D9E"/>
          </a:solidFill>
          <a:ln w="12700">
            <a:solidFill>
              <a:srgbClr val="7B4D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58000" y="1828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UI / E2E Test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B8D4"/>
                </a:solidFill>
              </a:rPr>
              <a:t>Kullanıcı arayüzü üzerinden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B8D4"/>
                </a:solidFill>
              </a:rPr>
              <a:t>uçtan uca senaryoları test eder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4114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4D9E"/>
                </a:solidFill>
              </a:rPr>
              <a:t>Gerçekçilik ↑↑↑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REST API Testi Nedir?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BFA3"/>
                </a:solidFill>
              </a:rPr>
              <a:t>Servis katmanı otomatik testleri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4114800" cy="365760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BFA3"/>
                </a:solidFill>
              </a:rPr>
              <a:t>REST API Testi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HTTP metodlarını (GET, POST, PUT, DELETE) kullanarak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API endpoint'lerini doğrulayan test sürecidir.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FA3"/>
                </a:solidFill>
              </a:rPr>
              <a:t>Kontrol edilenler: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✅  Status Code (200, 201, 404...)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✅  Response Body içeriği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✅  Response süresi (&lt; 5 sn)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✅  Content-Type başlığı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✅  JSON şema doğrulaması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097280"/>
            <a:ext cx="36576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97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📤  Test Talebi Gönder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1783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B8D4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2057400"/>
            <a:ext cx="36576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057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API İşler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743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B8D4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3017520"/>
            <a:ext cx="3657600" cy="685800"/>
          </a:xfrm>
          <a:prstGeom prst="rect">
            <a:avLst/>
          </a:prstGeom>
          <a:solidFill>
            <a:srgbClr val="0A8F5C"/>
          </a:solidFill>
          <a:ln w="12700">
            <a:solidFill>
              <a:srgbClr val="0A8F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017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📥  Yanıt 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703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B8D4"/>
                </a:solidFill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3977640"/>
            <a:ext cx="365760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977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✔️  Assert Et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Rest Assured Kütüphanesi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BFA3"/>
                </a:solidFill>
              </a:rPr>
              <a:t>Java tabanlı API test framework'ü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4023360" cy="365760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BFA3"/>
                </a:solidFill>
              </a:rPr>
              <a:t>Rest Assured Nedir?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Java ile REST ve SOAP servislerini test etmek için geliştirilmiş açık kaynaklı bir kütüphanedir. BDD (Given/When/Then) söz dizimini kullanır.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FA3"/>
                </a:solidFill>
              </a:rPr>
              <a:t>Özellikleri: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BDD tarzı okunabilir söz dizimi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JSON &amp; XML desteği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JUnit &amp; TestNG entegrasyonu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Maven/Gradle ile kolay kurulum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SSL, Auth, Cookie desteği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114800" cy="3657600"/>
          </a:xfrm>
          <a:prstGeom prst="rect">
            <a:avLst/>
          </a:prstGeom>
          <a:solidFill>
            <a:srgbClr val="0A122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BDD Syntax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5087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.header(</a:t>
            </a:r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"Content-Type",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"application/json"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.body(requestBody)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.when()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.post(</a:t>
            </a:r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"/posts"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.then()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.statusCode(</a:t>
            </a:r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.body("title",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equalTo(</a:t>
            </a:r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"Test"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.time(lessThan(</a:t>
            </a:r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5000L</a:t>
            </a:r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Yapay Zeka ile Test Mühendisliği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BFA3"/>
                </a:solidFill>
              </a:rPr>
              <a:t>AI-Assisted Software Testing Engineering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402336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85800" cy="1600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685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444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BFA3"/>
                </a:solidFill>
              </a:rPr>
              <a:t>Test Oluşturma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600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GitHub Copilot ve ChatGPT gibi araçlar, kod analizine dayalı otomatik test senaryoları üretebilir.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402336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097280"/>
            <a:ext cx="685800" cy="1600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97280"/>
            <a:ext cx="685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2356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BFA3"/>
                </a:solidFill>
              </a:rPr>
              <a:t>Hata Tespiti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1600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AI modelleri, commit geçmişi ve hata verilerini analiz ederek riskli kod bölgelerini öngörür.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402336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26080"/>
            <a:ext cx="685800" cy="1600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26080"/>
            <a:ext cx="685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BFA3"/>
                </a:solidFill>
              </a:rPr>
              <a:t>Test Optimizasyonu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429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Hangi testlerin önce çalıştırılacağını belirler, gereksiz test sürelerini azaltır.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402336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926080"/>
            <a:ext cx="685800" cy="1600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26080"/>
            <a:ext cx="685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62356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BFA3"/>
                </a:solidFill>
              </a:rPr>
              <a:t>Sürekli Test (CI/CD)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3429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AI destekli pipeline'lar, her commit sonrası test sonuçlarını analiz ederek geri bildirim verir.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 Mimarisi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BFA3"/>
                </a:solidFill>
              </a:rPr>
              <a:t>Java / Maven / JUnit 5 / Rest Assured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0A122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&lt;dependencies&gt;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&lt;dependency&gt;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Rest Assured --&gt;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
      rest-assured
    &lt;/artifactId&gt;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</a:t>
            </a:r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5.4.0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&lt;/version&gt;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&lt;/dependency&gt;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JUnit 5 --&gt;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
    junit-jupiter
  &lt;/artifactId&gt;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</a:t>
            </a:r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5.10.0</a:t>
            </a:r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&lt;/version&gt;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&lt;/dependencies&gt;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FA3"/>
                </a:solidFill>
              </a:rPr>
              <a:t>Proje Yapısı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api-tests/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src/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main/java/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test/java/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📁 com.testproject/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📄 ApiTest.java ✅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📄 pom.xml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2 Test Senaryosu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GET + POST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JUnit Barre Verte (Yeşil)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Demo — GET Testi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BFA3"/>
                </a:solidFill>
              </a:rPr>
              <a:t>jsonplaceholder.typicode.com/posts/1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5029200" cy="3657600"/>
          </a:xfrm>
          <a:prstGeom prst="rect">
            <a:avLst/>
          </a:prstGeom>
          <a:solidFill>
            <a:srgbClr val="060F1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ApiTest.java — testGetPost()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46634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testGetPost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RestAssured.baseURI =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"https://jsonplaceholder
     .typicode.com";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given()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.when()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.get(</a:t>
            </a:r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"/posts/1"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.statusCode(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indent="0" marL="0">
              <a:buNone/>
            </a:pPr>
            <a:r>
              <a:rPr lang="en-US" sz="10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// ✅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.body("id", equalTo(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// ✅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.body("title", notNullValue()) // ✅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.time(lessThan(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5000L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  //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1051560"/>
            <a:ext cx="31089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05156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</a:rPr>
              <a:t>Status 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</a:rPr>
              <a:t>200 OK — Başarılı GET isteği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1947672"/>
            <a:ext cx="31089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94767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9933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</a:rPr>
              <a:t>Body: 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331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</a:rPr>
              <a:t>1 — Doğru kayıt döndü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2843784"/>
            <a:ext cx="31089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843784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8895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</a:rPr>
              <a:t>Body: title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3227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</a:rPr>
              <a:t>NotNull — Başlık boş değil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3739896"/>
            <a:ext cx="31089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739896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37856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</a:rPr>
              <a:t>Response 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41239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</a:rPr>
              <a:t>&lt; 5 sn — Performans kontrolü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Demo — POST Testi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BFA3"/>
                </a:solidFill>
              </a:rPr>
              <a:t>jsonplaceholder.typicode.com/posts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5029200" cy="3657600"/>
          </a:xfrm>
          <a:prstGeom prst="rect">
            <a:avLst/>
          </a:prstGeom>
          <a:solidFill>
            <a:srgbClr val="060F1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ApiTest.java — testCreatePost()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46634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B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testCreatePost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body = "{\"title\":
    \"Test Baslik\",
    \"userId\": 1}";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given()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.header("Content-Type",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"application/json")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.body(body)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.when()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.post(</a:t>
            </a:r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"/posts"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.statusCode(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pPr indent="0" marL="0">
              <a:buNone/>
            </a:pPr>
            <a:r>
              <a:rPr lang="en-US" sz="10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// ✅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.body("title", equalTo(
      "Test Baslik")) // ✅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.time(lessThan(</a:t>
            </a:r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5000L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 //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1051560"/>
            <a:ext cx="31089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05156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</a:rPr>
              <a:t>Status 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</a:rPr>
              <a:t>201 Created — Kayıt oluşturuldu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1947672"/>
            <a:ext cx="31089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94767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9933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</a:rPr>
              <a:t>Body: title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331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</a:rPr>
              <a:t>"Test Baslik" — Gönderilen veri döndü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2843784"/>
            <a:ext cx="31089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843784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88950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</a:rPr>
              <a:t>Response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3227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</a:rPr>
              <a:t>&lt; 5 sn — Performans kontrolü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3739896"/>
            <a:ext cx="3108960" cy="777240"/>
          </a:xfrm>
          <a:prstGeom prst="rect">
            <a:avLst/>
          </a:prstGeom>
          <a:solidFill>
            <a:srgbClr val="0D1F3C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739896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37856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</a:rPr>
              <a:t>Content-Type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41239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B8D4"/>
                </a:solidFill>
              </a:rPr>
              <a:t>JSON — Doğru format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ABFA3"/>
          </a:solidFill>
          <a:ln w="12700">
            <a:solidFill>
              <a:srgbClr val="0AB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500" kern="0" dirty="0">
                <a:solidFill>
                  <a:srgbClr val="FFFFFF"/>
                </a:solidFill>
              </a:rPr>
              <a:t>TEŞEKKÜRLER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BFA3"/>
                </a:solidFill>
              </a:rPr>
              <a:t>Sorularınız için hazırım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320040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✅  Java / Maven / JUnit 5 projesi hazırlandı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✅  Rest Assured ile GET testi yazıldı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0545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✅  Rest Assured ile POST testi yazıldı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8094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✅  Status code, body ve süre kontrolleri yapıldı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5643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✅  Tüm testler başarıyla geçti (Yeşil barre)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✅  Kod GitHub'a yüklendi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417320"/>
            <a:ext cx="3108960" cy="1371600"/>
          </a:xfrm>
          <a:prstGeom prst="rect">
            <a:avLst/>
          </a:prstGeom>
          <a:solidFill>
            <a:srgbClr val="0D1F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BFA3"/>
                </a:solidFill>
              </a:rPr>
              <a:t>🐙 GitHub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18745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github.com/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mxesaie/api-tests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2926080"/>
            <a:ext cx="3108960" cy="1691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A3"/>
                </a:solidFill>
              </a:rPr>
              <a:t>Kullanılan Teknolojiler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3383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☕ Java 21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📦 Maven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3931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🧪 JUnit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4206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🔗 Rest Assured 5.4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Yazılım Test Mühendisliği</dc:title>
  <dc:subject>PptxGenJS Presentation</dc:subject>
  <dc:creator>PptxGenJS</dc:creator>
  <cp:lastModifiedBy>PptxGenJS</cp:lastModifiedBy>
  <cp:revision>1</cp:revision>
  <dcterms:created xsi:type="dcterms:W3CDTF">2026-05-13T15:01:11Z</dcterms:created>
  <dcterms:modified xsi:type="dcterms:W3CDTF">2026-05-13T15:01:11Z</dcterms:modified>
</cp:coreProperties>
</file>